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9054A-F763-DC4E-33DF-65CE623B9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085E7-C5A3-4BD7-5E97-06AE7611B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DE4B-C59A-CAAC-6478-0D403AF56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2D4DC-FC6E-8B70-7547-C12A7FEC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2C3DD-5823-9CFB-271B-A98D3FA6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76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FB067-5AB4-BDCA-20BE-A32B6AF6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1BE92-23F2-6DEB-9E79-F32E6C235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172DA-F1A0-2BDF-7A86-644D550C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54910-D0F5-E88A-2117-433683FE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FB0A8-1228-9EB9-FD6A-E90ECDFB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38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F8E6-C326-B11B-0E06-50CDCE5F5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9C089-4EF8-8DC5-901F-E9F793297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01CE2-60E7-B474-6F12-1BBEBA15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5298E-3F11-39A4-B669-6495A217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23678-AF4F-A859-34A1-0AFCB54C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0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E50B-AE42-0AFD-7CD9-210E9E50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0B769-BE47-5CA1-E0C9-3E9ABA64F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3F9A8-BB7A-296D-FB32-C57DBB638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2ACBD-D854-9567-6DF6-C1AB10C0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2A9F7-C4B6-C87E-3BAD-EF923112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0FCDC-DFEC-13D0-E65A-DFD334B4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31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F6E8-61CD-7C6D-B445-4EA92BF5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4A911-63CD-719B-D3BE-51AB74522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41569-A383-74F8-48ED-214A54D2F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AB870-E8BB-847A-2EAE-64F64C866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0D1D8-D2CA-1CD0-331D-5F3C8A162A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A091E6-C93E-9B20-7983-994B5C99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06AD76-F9DF-312A-E9A5-B481DDA9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9CDB0-9C7B-7026-0FFB-B4D93520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35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098C2-84D3-F750-EF9D-ECBBDA65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C3201-F0B7-679A-C835-95E5FE0A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C3317-2690-131A-4675-6AF8DDB9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F6329-8A80-C6E0-83F5-10AD20C1B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00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97970-64BD-4D35-90F3-986CE7D2D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5EF7F-9787-5620-503F-3240B58E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90D02-11A5-AB23-DC6E-974832D0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20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2275-1263-659A-25D2-CEF0A7B76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9E57A-7B62-0663-17C2-82FA7083B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62495-191F-DE93-E0B5-1EA06DA33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3ED57-0C1F-68CD-8578-939AFC40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0247B-8C69-6EB5-1262-BF02E1AD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85C08-0B54-0D2A-16C5-F2291B17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2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EA13-0064-289C-4A67-86940131F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9881A-8B06-309D-08C2-A87867A31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3597D-5E18-F36A-52CB-191B6B42D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9A895-AA02-046D-3CE9-50157D306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12C50-E0AA-1565-3606-F8E22CDC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B1E81-B70A-D075-8598-30C3F0A0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01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5F84E-8223-F98C-28E6-DE7792D8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C3784-81A4-443B-17EF-C564BBC5C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12BE2-94C5-F35B-86A6-1A7600FD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DFAF6-9968-412E-8D73-E8516749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C1FFF-5F6C-BF6A-C499-5A8C12CC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13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F624F-89F4-6D5C-C493-9015AE6B2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FD09C-3D14-D801-5F11-6F8AB50E3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D99CD-58E0-A662-44A5-229B3860D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EA047-0F64-C16A-78D2-7CFB4D5AC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39A94-0567-AFCD-F0D2-49631146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12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2817D-989B-163C-92BD-EF769F41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1E681-0205-2B4C-3480-1A8696EFC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1F4B1-7CD4-9AC6-19F7-1936F1131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AB147-AF0F-4ECF-A8E6-82F130CD4C5A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9B9F8-35B1-B7DB-7DD3-2B8810A49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1289B-973B-3569-155C-83E9DCD7E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D6129-D65F-45DD-B26F-CDA6685E6A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19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110fall2020.wordpress.com/2020/09/15/digital-unplu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learningtools.org/healthy-phone-habit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premium-vector/brain-meditating-calm-mind-cloud-cartoon-character-isolated-white-background_88475628.htm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24005-2358-E8C8-2E83-6C6A659B7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DETOX</a:t>
            </a:r>
            <a:br>
              <a:rPr lang="en-US" dirty="0"/>
            </a:b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 healthier relationship with technology</a:t>
            </a:r>
            <a:b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19FDB2A-7013-FAA4-614B-FC142630B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510951" y="6504316"/>
            <a:ext cx="11136702" cy="353684"/>
          </a:xfrm>
        </p:spPr>
        <p:txBody>
          <a:bodyPr>
            <a:normAutofit/>
          </a:bodyPr>
          <a:lstStyle/>
          <a:p>
            <a:r>
              <a:rPr lang="en-US" sz="1100" dirty="0"/>
              <a:t>Presented by </a:t>
            </a:r>
            <a:r>
              <a:rPr lang="en-US" sz="1100" dirty="0" err="1"/>
              <a:t>Ashfin</a:t>
            </a:r>
            <a:r>
              <a:rPr lang="en-US" sz="1100" dirty="0"/>
              <a:t> Quadri</a:t>
            </a:r>
            <a:r>
              <a:rPr lang="en-IN" sz="1100" dirty="0"/>
              <a:t> | </a:t>
            </a:r>
            <a:r>
              <a:rPr lang="en-IN" sz="1100" dirty="0" err="1"/>
              <a:t>Bsc</a:t>
            </a:r>
            <a:r>
              <a:rPr lang="en-IN" sz="1100" dirty="0"/>
              <a:t>. Computer science 1</a:t>
            </a:r>
            <a:r>
              <a:rPr lang="en-IN" sz="1100" baseline="30000" dirty="0"/>
              <a:t>st</a:t>
            </a:r>
            <a:r>
              <a:rPr lang="en-IN" sz="1100" dirty="0"/>
              <a:t> year</a:t>
            </a:r>
          </a:p>
          <a:p>
            <a:endParaRPr lang="en-US" sz="1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92D024-D44A-1CA2-F1CA-0362F90E9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80041" y="3157268"/>
            <a:ext cx="5477695" cy="3067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226F03-ACB6-E239-3243-F0FCF5111EC4}"/>
              </a:ext>
            </a:extLst>
          </p:cNvPr>
          <p:cNvSpPr txBox="1"/>
          <p:nvPr/>
        </p:nvSpPr>
        <p:spPr>
          <a:xfrm>
            <a:off x="4166558" y="5309144"/>
            <a:ext cx="4891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e110fall2020.wordpress.com/2020/09/15/digital-unplug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/3.0/"/>
              </a:rPr>
              <a:t>CC BY-NC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228911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DFAC-E964-7CD9-E348-1F8F91109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365125"/>
            <a:ext cx="10758577" cy="1058233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Digital Detox</a:t>
            </a:r>
            <a:br>
              <a:rPr lang="en-US" dirty="0"/>
            </a:br>
            <a:r>
              <a:rPr lang="en-US" sz="1200" dirty="0"/>
              <a:t>Taking a short break from phones , apps, and screen</a:t>
            </a:r>
            <a:br>
              <a:rPr lang="en-US" sz="12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4624C-62AC-A682-0EA7-9AE4CE8F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711" y="1822674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Digital Detox means reducing unnecessary screen time.</a:t>
            </a:r>
          </a:p>
          <a:p>
            <a:r>
              <a:rPr lang="en-US" sz="2000" dirty="0"/>
              <a:t>It helps us focus on real life activities.</a:t>
            </a:r>
          </a:p>
          <a:p>
            <a:r>
              <a:rPr lang="en-US" sz="2000" dirty="0"/>
              <a:t>The goal is balance – not giving up technology forever.</a:t>
            </a:r>
          </a:p>
          <a:p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E7FA3-6DDB-2D44-25CC-F6EDBE99C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83547" y="-481"/>
            <a:ext cx="4330461" cy="577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809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40DD3-D3BA-D0A8-F6A0-6F9E3E0C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Digital Detox Important</a:t>
            </a:r>
            <a:br>
              <a:rPr lang="en-US" dirty="0"/>
            </a:br>
            <a:r>
              <a:rPr lang="en-US" sz="1100" dirty="0"/>
              <a:t>Too much screen time can affect your daily life.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90151-A89A-A7DF-B87B-2C6DD289D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May disturb sleep and reduce concentration.</a:t>
            </a:r>
          </a:p>
          <a:p>
            <a:r>
              <a:rPr lang="en-US" sz="2000" dirty="0"/>
              <a:t>Can make us feel stressed or distracted.</a:t>
            </a:r>
          </a:p>
          <a:p>
            <a:r>
              <a:rPr lang="en-US" sz="2000" dirty="0"/>
              <a:t>May reduce time spent with family and friends.</a:t>
            </a:r>
          </a:p>
          <a:p>
            <a:r>
              <a:rPr lang="en-US" sz="2000" dirty="0"/>
              <a:t>A break can improve focus and peace of mind.</a:t>
            </a:r>
          </a:p>
          <a:p>
            <a:endParaRPr lang="en-US" sz="20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CC7D8-6242-9D66-F6D6-DCA3928A1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06218" y="1492370"/>
            <a:ext cx="4643692" cy="297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1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B139-AB5A-B2E7-56F4-9BBA5548E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way to start a Digital Detox</a:t>
            </a:r>
            <a:br>
              <a:rPr lang="en-US" dirty="0"/>
            </a:br>
            <a:r>
              <a:rPr lang="en-US" sz="1100" dirty="0"/>
              <a:t>Small habits can make a big difference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D89D-54BC-6798-2FCA-CFDE1979C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Keep your phone away while studying</a:t>
            </a:r>
            <a:r>
              <a:rPr lang="en-IN" sz="200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9430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52D8F-FB9D-322F-159A-2139FC8A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2913E-00FD-45E1-071A-2D5492762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284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147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DIGITAL DETOX A healthier relationship with technology </vt:lpstr>
      <vt:lpstr>What is Digital Detox Taking a short break from phones , apps, and screen </vt:lpstr>
      <vt:lpstr>Why is Digital Detox Important Too much screen time can affect your daily life.</vt:lpstr>
      <vt:lpstr>Simple way to start a Digital Detox Small habits can make a big difference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1</cp:revision>
  <dcterms:created xsi:type="dcterms:W3CDTF">2026-09-14T04:40:49Z</dcterms:created>
  <dcterms:modified xsi:type="dcterms:W3CDTF">2026-09-14T05:10:30Z</dcterms:modified>
</cp:coreProperties>
</file>